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439"/>
    <p:restoredTop sz="86429"/>
  </p:normalViewPr>
  <p:slideViewPr>
    <p:cSldViewPr snapToGrid="0">
      <p:cViewPr varScale="1">
        <p:scale>
          <a:sx n="94" d="100"/>
          <a:sy n="94" d="100"/>
        </p:scale>
        <p:origin x="224" y="4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3784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00BF9-3B98-814D-8F43-F2EAA0A06C71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576DE8-5EDD-154B-8073-BA3DC22F1A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35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576DE8-5EDD-154B-8073-BA3DC22F1A86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96648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6BCD-9F0D-B578-51E7-CD821EAC5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322C559-B4EF-63A6-CC40-6D4EB7E74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1C21D9F-6CA7-CBE8-FD25-ABF862DB2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129192-8856-0EC0-8D30-79836DEBD2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576DE8-5EDD-154B-8073-BA3DC22F1A86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6108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Pr>
        <a:solidFill>
          <a:srgbClr val="0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CA53CD-A369-7226-5818-F7EF79EFC6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DEB7801-5666-E7F7-5EB3-75366708C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B44BDF-48BF-2305-8188-FAF275FBE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A5998-B409-454C-80AF-67549DDCA65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9A5C28-5F52-B9E6-07D7-05E63AF5D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03B90E-BE08-186B-33A3-7AA8ACE6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E758B-35C7-ED4D-9916-93C34B2AAC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5789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6258DCF-CEDD-C9CB-CAFB-77AEBD32F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5D726C6-9C38-2A33-71B3-A380DE930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53CFA0-5508-3AE1-66E8-8B718CE1C7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EA5998-B409-454C-80AF-67549DDCA65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E17390D-8346-14AA-A80A-8D0E3CC1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13A5D7E-48F3-5DAE-A37D-E9BBE47C15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FE758B-35C7-ED4D-9916-93C34B2AACE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5133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55B8F01-193A-1F09-5102-EFEABFB315A8}"/>
              </a:ext>
            </a:extLst>
          </p:cNvPr>
          <p:cNvSpPr/>
          <p:nvPr/>
        </p:nvSpPr>
        <p:spPr>
          <a:xfrm>
            <a:off x="-1" y="5791200"/>
            <a:ext cx="12192000" cy="106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Image 4" descr="Une image contenant texte, Police, Graphiqu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EB48FA0-069C-D3D9-FD01-4DD623F7E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94" y="5911849"/>
            <a:ext cx="2063750" cy="82550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84BEF7E1-CAA1-BB49-82A0-14E5B629B1ED}"/>
              </a:ext>
            </a:extLst>
          </p:cNvPr>
          <p:cNvSpPr txBox="1"/>
          <p:nvPr/>
        </p:nvSpPr>
        <p:spPr>
          <a:xfrm>
            <a:off x="9611177" y="6001655"/>
            <a:ext cx="2467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Dr Nathalie DUCRET</a:t>
            </a:r>
          </a:p>
          <a:p>
            <a:pPr algn="r"/>
            <a:r>
              <a:rPr lang="fr-FR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Médecin DIM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F82752-8F02-D3AC-BEA9-2892C58FCF16}"/>
              </a:ext>
            </a:extLst>
          </p:cNvPr>
          <p:cNvSpPr txBox="1"/>
          <p:nvPr/>
        </p:nvSpPr>
        <p:spPr>
          <a:xfrm>
            <a:off x="3359622" y="2598003"/>
            <a:ext cx="54727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/>
                </a:solidFill>
              </a:rPr>
              <a:t>{{TITLE_GENERAL}}</a:t>
            </a:r>
          </a:p>
        </p:txBody>
      </p:sp>
    </p:spTree>
    <p:extLst>
      <p:ext uri="{BB962C8B-B14F-4D97-AF65-F5344CB8AC3E}">
        <p14:creationId xmlns:p14="http://schemas.microsoft.com/office/powerpoint/2010/main" val="74341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8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AF7092-474A-651E-61D0-EE64F1A37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204FB9-F96A-0F48-FF41-831F1E1514CC}"/>
              </a:ext>
            </a:extLst>
          </p:cNvPr>
          <p:cNvSpPr/>
          <p:nvPr/>
        </p:nvSpPr>
        <p:spPr>
          <a:xfrm>
            <a:off x="-1" y="6256906"/>
            <a:ext cx="12192000" cy="601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Image 4" descr="Une image contenant texte, Police, Graphiqu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B6C7B13-34F7-2187-F445-B7188A4965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6666"/>
          <a:stretch>
            <a:fillRect/>
          </a:stretch>
        </p:blipFill>
        <p:spPr>
          <a:xfrm>
            <a:off x="113394" y="6291413"/>
            <a:ext cx="2063750" cy="52281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970D8C01-72CA-4635-2A02-73EEF2E77721}"/>
              </a:ext>
            </a:extLst>
          </p:cNvPr>
          <p:cNvSpPr txBox="1"/>
          <p:nvPr/>
        </p:nvSpPr>
        <p:spPr>
          <a:xfrm>
            <a:off x="9611177" y="6368156"/>
            <a:ext cx="2467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Dr Nathalie DUCRET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F9C6885-E613-F8BB-57EC-BC2E7ECCF77E}"/>
              </a:ext>
            </a:extLst>
          </p:cNvPr>
          <p:cNvSpPr txBox="1"/>
          <p:nvPr/>
        </p:nvSpPr>
        <p:spPr>
          <a:xfrm>
            <a:off x="3359622" y="2721114"/>
            <a:ext cx="54727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dirty="0">
                <a:solidFill>
                  <a:schemeClr val="bg1"/>
                </a:solidFill>
              </a:rPr>
              <a:t>{{TITLE_SECTION}}</a:t>
            </a:r>
          </a:p>
        </p:txBody>
      </p:sp>
    </p:spTree>
    <p:extLst>
      <p:ext uri="{BB962C8B-B14F-4D97-AF65-F5344CB8AC3E}">
        <p14:creationId xmlns:p14="http://schemas.microsoft.com/office/powerpoint/2010/main" val="3517018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A2796-B05C-3296-93D1-C1781EAC4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7D2D83B-FEB1-F871-1C83-A5DC8A7068B2}"/>
              </a:ext>
            </a:extLst>
          </p:cNvPr>
          <p:cNvSpPr/>
          <p:nvPr/>
        </p:nvSpPr>
        <p:spPr>
          <a:xfrm>
            <a:off x="-2" y="0"/>
            <a:ext cx="12192000" cy="601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Image 4" descr="Une image contenant texte, Police, Graphiqu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39D8172-FB47-6B0F-89D6-2427CE506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6666"/>
          <a:stretch>
            <a:fillRect/>
          </a:stretch>
        </p:blipFill>
        <p:spPr>
          <a:xfrm>
            <a:off x="10042520" y="-10026"/>
            <a:ext cx="2063750" cy="52281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EAB65B7-79D7-FBDC-CE8E-C320E47C09F9}"/>
              </a:ext>
            </a:extLst>
          </p:cNvPr>
          <p:cNvSpPr txBox="1"/>
          <p:nvPr/>
        </p:nvSpPr>
        <p:spPr>
          <a:xfrm>
            <a:off x="10363200" y="6501506"/>
            <a:ext cx="17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Dr Nathalie DUCRET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7A21637-D41F-728A-A923-B1A0461382A6}"/>
              </a:ext>
            </a:extLst>
          </p:cNvPr>
          <p:cNvSpPr txBox="1"/>
          <p:nvPr/>
        </p:nvSpPr>
        <p:spPr>
          <a:xfrm>
            <a:off x="-2" y="38936"/>
            <a:ext cx="3203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rgbClr val="008080"/>
                </a:solidFill>
              </a:rPr>
              <a:t>{{CONTENT_TITLE}}</a:t>
            </a:r>
          </a:p>
        </p:txBody>
      </p:sp>
    </p:spTree>
    <p:extLst>
      <p:ext uri="{BB962C8B-B14F-4D97-AF65-F5344CB8AC3E}">
        <p14:creationId xmlns:p14="http://schemas.microsoft.com/office/powerpoint/2010/main" val="3915534345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Words>28</Words>
  <Application>Microsoft Macintosh PowerPoint</Application>
  <PresentationFormat>Grand écran</PresentationFormat>
  <Paragraphs>9</Paragraphs>
  <Slides>3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1_Thème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Ladreyt</dc:creator>
  <cp:lastModifiedBy>Lucas Ladreyt</cp:lastModifiedBy>
  <cp:revision>4</cp:revision>
  <dcterms:created xsi:type="dcterms:W3CDTF">2026-03-23T16:38:54Z</dcterms:created>
  <dcterms:modified xsi:type="dcterms:W3CDTF">2026-04-20T17:41:37Z</dcterms:modified>
</cp:coreProperties>
</file>