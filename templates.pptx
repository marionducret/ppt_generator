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4" r:id="rId1"/>
  </p:sldMasterIdLst>
  <p:notesMasterIdLst>
    <p:notesMasterId r:id="rId5"/>
  </p:notesMasterIdLst>
  <p:sldIdLst>
    <p:sldId id="256" r:id="rId2"/>
    <p:sldId id="259" r:id="rId3"/>
    <p:sldId id="260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439"/>
    <p:restoredTop sz="86429"/>
  </p:normalViewPr>
  <p:slideViewPr>
    <p:cSldViewPr snapToGrid="0">
      <p:cViewPr>
        <p:scale>
          <a:sx n="28" d="100"/>
          <a:sy n="28" d="100"/>
        </p:scale>
        <p:origin x="2928" y="18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2" d="100"/>
          <a:sy n="92" d="100"/>
        </p:scale>
        <p:origin x="3784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200BF9-3B98-814D-8F43-F2EAA0A06C71}" type="datetimeFigureOut">
              <a:rPr lang="fr-FR" smtClean="0"/>
              <a:t>20/04/2026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576DE8-5EDD-154B-8073-BA3DC22F1A8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35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576DE8-5EDD-154B-8073-BA3DC22F1A86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596648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76BCD-9F0D-B578-51E7-CD821EAC57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E322C559-B4EF-63A6-CC40-6D4EB7E746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1C21D9F-6CA7-CBE8-FD25-ABF862DB24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C129192-8856-0EC0-8D30-79836DEBD22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576DE8-5EDD-154B-8073-BA3DC22F1A86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61087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bg>
      <p:bgPr>
        <a:solidFill>
          <a:srgbClr val="008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CA53CD-A369-7226-5818-F7EF79EFC6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DEB7801-5666-E7F7-5EB3-75366708C4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AB44BDF-48BF-2305-8188-FAF275FBEF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A5998-B409-454C-80AF-67549DDCA654}" type="datetimeFigureOut">
              <a:rPr lang="fr-FR" smtClean="0"/>
              <a:t>20/04/2026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49A5C28-5F52-B9E6-07D7-05E63AF5D7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403B90E-BE08-186B-33A3-7AA8ACE6A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FE758B-35C7-ED4D-9916-93C34B2AAC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57899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D6258DCF-CEDD-C9CB-CAFB-77AEBD32F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5D726C6-9C38-2A33-71B3-A380DE930F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053CFA0-5508-3AE1-66E8-8B718CE1C7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EA5998-B409-454C-80AF-67549DDCA654}" type="datetimeFigureOut">
              <a:rPr lang="fr-FR" smtClean="0"/>
              <a:t>20/04/2026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E17390D-8346-14AA-A80A-8D0E3CC165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13A5D7E-48F3-5DAE-A37D-E9BBE47C159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FE758B-35C7-ED4D-9916-93C34B2AACE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51337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0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55B8F01-193A-1F09-5102-EFEABFB315A8}"/>
              </a:ext>
            </a:extLst>
          </p:cNvPr>
          <p:cNvSpPr/>
          <p:nvPr/>
        </p:nvSpPr>
        <p:spPr>
          <a:xfrm>
            <a:off x="-1" y="5791200"/>
            <a:ext cx="12192000" cy="1066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5" name="Image 4" descr="Une image contenant texte, Police, Graphiqu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8EB48FA0-069C-D3D9-FD01-4DD623F7E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94" y="5911849"/>
            <a:ext cx="2063750" cy="825500"/>
          </a:xfrm>
          <a:prstGeom prst="rect">
            <a:avLst/>
          </a:prstGeom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84BEF7E1-CAA1-BB49-82A0-14E5B629B1ED}"/>
              </a:ext>
            </a:extLst>
          </p:cNvPr>
          <p:cNvSpPr txBox="1"/>
          <p:nvPr/>
        </p:nvSpPr>
        <p:spPr>
          <a:xfrm>
            <a:off x="9611177" y="6001655"/>
            <a:ext cx="24674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Dr Nathalie DUCRET</a:t>
            </a:r>
          </a:p>
          <a:p>
            <a:pPr algn="r"/>
            <a:r>
              <a:rPr lang="fr-FR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Médecin DIM</a:t>
            </a:r>
          </a:p>
        </p:txBody>
      </p:sp>
    </p:spTree>
    <p:extLst>
      <p:ext uri="{BB962C8B-B14F-4D97-AF65-F5344CB8AC3E}">
        <p14:creationId xmlns:p14="http://schemas.microsoft.com/office/powerpoint/2010/main" val="743410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808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6AF7092-474A-651E-61D0-EE64F1A373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0204FB9-F96A-0F48-FF41-831F1E1514CC}"/>
              </a:ext>
            </a:extLst>
          </p:cNvPr>
          <p:cNvSpPr/>
          <p:nvPr/>
        </p:nvSpPr>
        <p:spPr>
          <a:xfrm>
            <a:off x="-1" y="6256906"/>
            <a:ext cx="12192000" cy="6010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5" name="Image 4" descr="Une image contenant texte, Police, Graphiqu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7B6C7B13-34F7-2187-F445-B7188A4965D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6666"/>
          <a:stretch>
            <a:fillRect/>
          </a:stretch>
        </p:blipFill>
        <p:spPr>
          <a:xfrm>
            <a:off x="113394" y="6291413"/>
            <a:ext cx="2063750" cy="522818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970D8C01-72CA-4635-2A02-73EEF2E77721}"/>
              </a:ext>
            </a:extLst>
          </p:cNvPr>
          <p:cNvSpPr txBox="1"/>
          <p:nvPr/>
        </p:nvSpPr>
        <p:spPr>
          <a:xfrm>
            <a:off x="9611177" y="6368156"/>
            <a:ext cx="24674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Dr Nathalie DUCRET</a:t>
            </a:r>
          </a:p>
        </p:txBody>
      </p:sp>
    </p:spTree>
    <p:extLst>
      <p:ext uri="{BB962C8B-B14F-4D97-AF65-F5344CB8AC3E}">
        <p14:creationId xmlns:p14="http://schemas.microsoft.com/office/powerpoint/2010/main" val="35170181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A2796-B05C-3296-93D1-C1781EAC49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7D2D83B-FEB1-F871-1C83-A5DC8A7068B2}"/>
              </a:ext>
            </a:extLst>
          </p:cNvPr>
          <p:cNvSpPr/>
          <p:nvPr/>
        </p:nvSpPr>
        <p:spPr>
          <a:xfrm>
            <a:off x="-2" y="0"/>
            <a:ext cx="12192000" cy="6010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pic>
        <p:nvPicPr>
          <p:cNvPr id="5" name="Image 4" descr="Une image contenant texte, Police, Graphiqu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D39D8172-FB47-6B0F-89D6-2427CE50601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6666"/>
          <a:stretch>
            <a:fillRect/>
          </a:stretch>
        </p:blipFill>
        <p:spPr>
          <a:xfrm>
            <a:off x="10042520" y="-10026"/>
            <a:ext cx="2063750" cy="522818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6EAB65B7-79D7-FBDC-CE8E-C320E47C09F9}"/>
              </a:ext>
            </a:extLst>
          </p:cNvPr>
          <p:cNvSpPr txBox="1"/>
          <p:nvPr/>
        </p:nvSpPr>
        <p:spPr>
          <a:xfrm>
            <a:off x="10363200" y="6501506"/>
            <a:ext cx="17725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400" i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Dr Nathalie DUCRET</a:t>
            </a:r>
          </a:p>
        </p:txBody>
      </p:sp>
    </p:spTree>
    <p:extLst>
      <p:ext uri="{BB962C8B-B14F-4D97-AF65-F5344CB8AC3E}">
        <p14:creationId xmlns:p14="http://schemas.microsoft.com/office/powerpoint/2010/main" val="3915534345"/>
      </p:ext>
    </p:extLst>
  </p:cSld>
  <p:clrMapOvr>
    <a:masterClrMapping/>
  </p:clrMapOvr>
</p:sld>
</file>

<file path=ppt/theme/theme1.xml><?xml version="1.0" encoding="utf-8"?>
<a:theme xmlns:a="http://schemas.openxmlformats.org/drawingml/2006/main" name="1_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</TotalTime>
  <Words>13</Words>
  <Application>Microsoft Macintosh PowerPoint</Application>
  <PresentationFormat>Grand écran</PresentationFormat>
  <Paragraphs>6</Paragraphs>
  <Slides>3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1_Thème Office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Ladreyt</dc:creator>
  <cp:lastModifiedBy>Lucas Ladreyt</cp:lastModifiedBy>
  <cp:revision>3</cp:revision>
  <dcterms:created xsi:type="dcterms:W3CDTF">2026-03-23T16:38:54Z</dcterms:created>
  <dcterms:modified xsi:type="dcterms:W3CDTF">2026-04-20T15:56:35Z</dcterms:modified>
</cp:coreProperties>
</file>